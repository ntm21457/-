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FE380-346E-464D-B103-F09422FD31B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3DC9A-CA09-4154-A92F-E61E1CA886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5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3DC9A-CA09-4154-A92F-E61E1CA8867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82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52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50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681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70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2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43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25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84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32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154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23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9544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85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8489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210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18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6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7F59F7E-DCDD-4005-85A8-2CBBDDC16F4C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8D5F855-D19F-4FE5-A214-41ED7FB676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399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B2A7A-EC7A-9349-1C80-46E7A6831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5" y="181069"/>
            <a:ext cx="11523969" cy="2824681"/>
          </a:xfrm>
        </p:spPr>
        <p:txBody>
          <a:bodyPr>
            <a:noAutofit/>
          </a:bodyPr>
          <a:lstStyle/>
          <a:p>
            <a:pPr algn="ctr"/>
            <a:r>
              <a:rPr lang="ru-RU" sz="6600" b="1" dirty="0">
                <a:latin typeface="Calibri" panose="020F0502020204030204" pitchFamily="34" charset="0"/>
                <a:cs typeface="Calibri" panose="020F0502020204030204" pitchFamily="34" charset="0"/>
              </a:rPr>
              <a:t>аналитика клиентских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9227C-E10D-6787-C444-4F5F6C25832A}"/>
              </a:ext>
            </a:extLst>
          </p:cNvPr>
          <p:cNvSpPr txBox="1"/>
          <p:nvPr/>
        </p:nvSpPr>
        <p:spPr>
          <a:xfrm>
            <a:off x="4350059" y="4684015"/>
            <a:ext cx="7841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Подготовил:</a:t>
            </a:r>
          </a:p>
          <a:p>
            <a:pPr algn="r"/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Малыгин Роман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Студент:</a:t>
            </a:r>
          </a:p>
          <a:p>
            <a:pPr algn="r"/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426-П группы</a:t>
            </a:r>
          </a:p>
          <a:p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ГАПОУ «Бугульминский машиностроительный техникум»</a:t>
            </a:r>
          </a:p>
        </p:txBody>
      </p:sp>
    </p:spTree>
    <p:extLst>
      <p:ext uri="{BB962C8B-B14F-4D97-AF65-F5344CB8AC3E}">
        <p14:creationId xmlns:p14="http://schemas.microsoft.com/office/powerpoint/2010/main" val="346225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F755A-9FB5-6E94-0CB1-4BEA71A2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4487332"/>
            <a:ext cx="10377365" cy="1507067"/>
          </a:xfrm>
        </p:spPr>
        <p:txBody>
          <a:bodyPr>
            <a:normAutofit fontScale="90000"/>
          </a:bodyPr>
          <a:lstStyle/>
          <a:p>
            <a:r>
              <a:rPr lang="ru-RU" sz="6600" b="1" dirty="0">
                <a:latin typeface="Calibri" panose="020F0502020204030204" pitchFamily="34" charset="0"/>
                <a:cs typeface="Calibri" panose="020F0502020204030204" pitchFamily="34" charset="0"/>
              </a:rPr>
              <a:t>Для чего использовать приложение для анализа данных клиентов?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5640A-D293-8CFB-F317-099651FA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305291"/>
            <a:ext cx="8534400" cy="3615267"/>
          </a:xfrm>
        </p:spPr>
        <p:txBody>
          <a:bodyPr>
            <a:normAutofit/>
          </a:bodyPr>
          <a:lstStyle/>
          <a:p>
            <a:pPr fontAlgn="base"/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Аналитики строят финансовые модели, пишут обзоры по финансовым результатам компаний и формируют рекомендации для клиентов. Также они прогнозируют показатели экономики государства — от инфляции до внешней торговли.</a:t>
            </a:r>
          </a:p>
        </p:txBody>
      </p:sp>
    </p:spTree>
    <p:extLst>
      <p:ext uri="{BB962C8B-B14F-4D97-AF65-F5344CB8AC3E}">
        <p14:creationId xmlns:p14="http://schemas.microsoft.com/office/powerpoint/2010/main" val="322498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99FA6-6DC9-42A0-B610-5A6EE41C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1" y="4301067"/>
            <a:ext cx="7532917" cy="2533493"/>
          </a:xfrm>
        </p:spPr>
        <p:txBody>
          <a:bodyPr>
            <a:noAutofit/>
          </a:bodyPr>
          <a:lstStyle/>
          <a:p>
            <a:r>
              <a:rPr lang="ru-RU" sz="6600" b="1" dirty="0">
                <a:latin typeface="Calibri" panose="020F0502020204030204" pitchFamily="34" charset="0"/>
                <a:cs typeface="Calibri" panose="020F0502020204030204" pitchFamily="34" charset="0"/>
              </a:rPr>
              <a:t>Что в</a:t>
            </a:r>
            <a:r>
              <a:rPr lang="en-US" sz="6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6600" b="1" dirty="0">
                <a:latin typeface="Calibri" panose="020F0502020204030204" pitchFamily="34" charset="0"/>
                <a:cs typeface="Calibri" panose="020F0502020204030204" pitchFamily="34" charset="0"/>
              </a:rPr>
              <a:t>есть моём проекте?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095332-CD25-B271-2F8D-804EF34B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31" y="685800"/>
            <a:ext cx="7074608" cy="3615267"/>
          </a:xfrm>
        </p:spPr>
        <p:txBody>
          <a:bodyPr>
            <a:normAutofit fontScale="92500"/>
          </a:bodyPr>
          <a:lstStyle/>
          <a:p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моём проекте есть: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Таблица с общей статистикой всех клиентов  средний возраст, баланс и доход.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Гистограмма, отображающая «Распределение доходов»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Линейчатая диаграмма, отображающая «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оп-5 клиентов по балансу»</a:t>
            </a:r>
          </a:p>
        </p:txBody>
      </p:sp>
    </p:spTree>
    <p:extLst>
      <p:ext uri="{BB962C8B-B14F-4D97-AF65-F5344CB8AC3E}">
        <p14:creationId xmlns:p14="http://schemas.microsoft.com/office/powerpoint/2010/main" val="208892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4BB489-5058-4DEB-AE0B-4E051DF6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355" y="276869"/>
            <a:ext cx="3550013" cy="27250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31BB77-FB66-4DC0-B092-98A95D22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355" y="3578052"/>
            <a:ext cx="3550013" cy="27250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B18219-77F8-4C88-9FAB-C6D38CD38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86" y="304396"/>
            <a:ext cx="2302999" cy="32037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D72DE-D313-4D93-BDF6-BE3C32920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215" y="276869"/>
            <a:ext cx="4990140" cy="272509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8C74FCB-D034-475C-976C-B601D3691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646" y="4562580"/>
            <a:ext cx="4936710" cy="17405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6855EA-5650-448F-8AB2-F4730548A120}"/>
              </a:ext>
            </a:extLst>
          </p:cNvPr>
          <p:cNvSpPr txBox="1"/>
          <p:nvPr/>
        </p:nvSpPr>
        <p:spPr>
          <a:xfrm>
            <a:off x="5601811" y="6356015"/>
            <a:ext cx="6178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Создание  линейчатой гистограммы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35DAA-589B-4050-BE78-565C6E9B4D07}"/>
              </a:ext>
            </a:extLst>
          </p:cNvPr>
          <p:cNvSpPr txBox="1"/>
          <p:nvPr/>
        </p:nvSpPr>
        <p:spPr>
          <a:xfrm>
            <a:off x="4616389" y="3001963"/>
            <a:ext cx="7253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Формирование таблицы с общей статистикой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EF05B55-2820-42C9-A0E1-B99A6B806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502" y="3508176"/>
            <a:ext cx="2276983" cy="26013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4653F16-97F0-44EC-839A-D659FA5C6307}"/>
              </a:ext>
            </a:extLst>
          </p:cNvPr>
          <p:cNvSpPr txBox="1"/>
          <p:nvPr/>
        </p:nvSpPr>
        <p:spPr>
          <a:xfrm>
            <a:off x="134486" y="5925128"/>
            <a:ext cx="2489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Слайдбар</a:t>
            </a: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 с фильтрами</a:t>
            </a:r>
          </a:p>
        </p:txBody>
      </p:sp>
    </p:spTree>
    <p:extLst>
      <p:ext uri="{BB962C8B-B14F-4D97-AF65-F5344CB8AC3E}">
        <p14:creationId xmlns:p14="http://schemas.microsoft.com/office/powerpoint/2010/main" val="66999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3C9B3-810C-E1A1-D3CF-E7401740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77" y="4336412"/>
            <a:ext cx="10934663" cy="1940101"/>
          </a:xfrm>
        </p:spPr>
        <p:txBody>
          <a:bodyPr>
            <a:noAutofit/>
          </a:bodyPr>
          <a:lstStyle/>
          <a:p>
            <a:r>
              <a:rPr lang="ru-RU" sz="6600" b="1" dirty="0">
                <a:latin typeface="Calibri" panose="020F0502020204030204" pitchFamily="34" charset="0"/>
                <a:cs typeface="Calibri" panose="020F0502020204030204" pitchFamily="34" charset="0"/>
              </a:rPr>
              <a:t>С помощью какой библиотеки создавался проект?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574122-4A62-C128-2522-430F9614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7" y="260287"/>
            <a:ext cx="8534400" cy="436206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создания своего проекта я использовал библиотеку «</a:t>
            </a:r>
            <a:r>
              <a:rPr 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ru-RU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», которая позволяет быстро создавать интерактивные веб-приложения, с широким спектром настроек.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6C0988-4021-AEC1-9F07-3BD1EB622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8333" y1="57651" x2="18333" y2="57651"/>
                        <a14:foregroundMark x1="25000" y1="61922" x2="25000" y2="61922"/>
                        <a14:foregroundMark x1="31875" y1="65480" x2="31875" y2="65480"/>
                        <a14:foregroundMark x1="39167" y1="63701" x2="39167" y2="63701"/>
                        <a14:foregroundMark x1="53125" y1="63701" x2="53125" y2="63701"/>
                        <a14:foregroundMark x1="59583" y1="66548" x2="59583" y2="66548"/>
                        <a14:foregroundMark x1="77083" y1="65125" x2="77083" y2="65125"/>
                        <a14:foregroundMark x1="80625" y1="67972" x2="80625" y2="67972"/>
                        <a14:foregroundMark x1="81250" y1="58363" x2="81250" y2="58363"/>
                        <a14:foregroundMark x1="86042" y1="67260" x2="86042" y2="672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969" y="982556"/>
            <a:ext cx="4922068" cy="307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05780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299</TotalTime>
  <Words>139</Words>
  <Application>Microsoft Office PowerPoint</Application>
  <PresentationFormat>Широкоэкранный</PresentationFormat>
  <Paragraphs>19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Calibri</vt:lpstr>
      <vt:lpstr>Century Gothic</vt:lpstr>
      <vt:lpstr>Wingdings 3</vt:lpstr>
      <vt:lpstr>Сектор</vt:lpstr>
      <vt:lpstr>аналитика клиентских данных</vt:lpstr>
      <vt:lpstr>Для чего использовать приложение для анализа данных клиентов?</vt:lpstr>
      <vt:lpstr>Что в есть моём проекте?</vt:lpstr>
      <vt:lpstr>Презентация PowerPoint</vt:lpstr>
      <vt:lpstr>С помощью какой библиотеки создавался проект?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аналитика клиентских данных</dc:title>
  <dc:creator>Рома Малыгн</dc:creator>
  <cp:lastModifiedBy>Администратор</cp:lastModifiedBy>
  <cp:revision>9</cp:revision>
  <dcterms:created xsi:type="dcterms:W3CDTF">2025-11-23T15:51:52Z</dcterms:created>
  <dcterms:modified xsi:type="dcterms:W3CDTF">2025-11-24T12:47:43Z</dcterms:modified>
</cp:coreProperties>
</file>